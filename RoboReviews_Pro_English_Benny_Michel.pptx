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9d042719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9d04271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9d042719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9d042719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730850" y="34976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</a:rPr>
              <a:t>RoboReviews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26525" y="49676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B4C8F0"/>
              </a:buClr>
              <a:buSzPts val="2400"/>
              <a:buNone/>
            </a:pPr>
            <a:r>
              <a:rPr b="0" lang="en-US" sz="2400">
                <a:solidFill>
                  <a:srgbClr val="B4C8F0"/>
                </a:solidFill>
              </a:rPr>
              <a:t>By Benny Michel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B4C8F0"/>
              </a:buClr>
              <a:buSzPts val="2400"/>
              <a:buNone/>
            </a:pPr>
            <a:r>
              <a:rPr b="0" lang="en-US" sz="2400">
                <a:solidFill>
                  <a:srgbClr val="B4C8F0"/>
                </a:solidFill>
              </a:rPr>
              <a:t>Automated AI-Driven Review Synthesis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525" y="174825"/>
            <a:ext cx="6542599" cy="336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The Pitch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RoboReviews is an automated, AI-powered shopping assistant.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Objective: Transform over 67,000 raw customer reviews into unbiased buyer's guides.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Eliminates 'Review Fatigue': The AI reads, analyzes, and summarizes the data for you.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Introduction &amp; Problem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The real-world problem: Information overload and contradictory ratings.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Standard star ratings do not detail specific product flaws.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The application: A cohesive 3-step pipeline (Classification -&gt; Clustering -&gt; Generation).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Methodology: Traditional Machine Learning (Scikit-Learn) combined with Generative AI.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Methods &amp; Preprocessing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Dataset: 67,000+ Amazon Reviews across 6 target categories (Tablets, Smart Home, etc.).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NLP Preprocessing: Text cleaning via Regex and removal of Stopwords.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Feature Extraction: TF-IDF Vectorization.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Configuration: Retained unigrams and bigrams, capped at 5,000 maximum features.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Model 1 - Sentiment Classification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Objective: Classify textual reviews into Positive, Neutral, or Negative sentiments.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Model Used: Logistic Regression (via Scikit-Learn).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The Challenge: Severe class imbalance (massive overrepresentation of positive reviews).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The Solution: Applied Undersampling techniques to strictly balance the training data.</a:t>
            </a:r>
            <a:endParaRPr sz="2000">
              <a:solidFill>
                <a:srgbClr val="C8DCF0"/>
              </a:solidFill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8DCF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Model 1 - Evaluation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Result: Achieved </a:t>
            </a:r>
            <a:r>
              <a:rPr lang="en-US" sz="2000">
                <a:solidFill>
                  <a:srgbClr val="C8DCF0"/>
                </a:solidFill>
              </a:rPr>
              <a:t>76</a:t>
            </a:r>
            <a:r>
              <a:rPr b="0" lang="en-US" sz="2000">
                <a:solidFill>
                  <a:srgbClr val="C8DCF0"/>
                </a:solidFill>
              </a:rPr>
              <a:t>% Global Accuracy on the balanced test set.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Validation: The confusion matrix proves the model's ability to isolate true negative reviews.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Critical Step: If this classification fails, the entire downstream pipeline is compromised.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lang="en-US" sz="2000">
                <a:solidFill>
                  <a:srgbClr val="C8DCF0"/>
                </a:solidFill>
              </a:rPr>
              <a:t>it was classifying a lot of reviews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 title="confusion matrix 1er model de classica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1608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 title="confusion matrix on the whole data logre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67650" cy="64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Model 2 - Issue Clustering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Objective: Determine the root mathematical causes of customer dissatisfaction.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Model Used: K-Means Clustering (Unsupervised Learning).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Implementation: Applied exclusively to the subset of reviews classified as 'Negative'.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Result: Extracted the top 3 specific friction points (clusters) per product category.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Model 3 - Generative AI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Objective: Convert mathematical clusters into a readable, natural blog article.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Models Used (Hybrid Approach): Google Gemini 2.5 Flash (Cloud) and Qwen 2.5 (Local).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Mechanism: The LLMs only receive the top 3 flaws extracted by K-Means.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Benefit: This strict constraint entirely prevents the Generative AI from hallucinating.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The Technical Bonus: Local GPU Inference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Highlight: Successful local deployment of the Qwen 2.5 (3 Billion Parameters) model.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Hardware: Executed completely offline on an NVIDIA RTX 5070 GPU.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Advantages: Total independence from third-party Cloud APIs and strict data privacy.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Conclusion: A perfect blend of reliable classic ML and creative Generative AI.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</a:rPr>
              <a:t>Demonstration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Launch of the Streamlit user interface.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Dynamic selection of product categories.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C8DCF0"/>
              </a:buClr>
              <a:buSzPts val="2000"/>
              <a:buChar char="•"/>
            </a:pPr>
            <a:r>
              <a:rPr b="0" lang="en-US" sz="2000">
                <a:solidFill>
                  <a:srgbClr val="C8DCF0"/>
                </a:solidFill>
              </a:rPr>
              <a:t>Real-time display of the AI's final verdict.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